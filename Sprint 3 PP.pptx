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820BE9-4893-CBA9-81BC-E7DC5215E9B6}" v="114" dt="2025-12-02T02:49:49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Mood-Mixer: Discover Music for Every Mood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"Quickly find Spotify playlists that match your current mood — happy, sad, calm, angry, or euphoric!"</a:t>
            </a:r>
          </a:p>
          <a:p>
            <a:r>
              <a:rPr lang="en-US" dirty="0"/>
              <a:t>Team: Landon Bailey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9ADFB-E0FC-5823-2223-4D8A0C741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algn="ctr"/>
            <a:br>
              <a:rPr lang="en-US" sz="2000" b="1" i="1" u="sng" dirty="0"/>
            </a:br>
            <a:r>
              <a:rPr lang="en-US" sz="2000" b="1" i="1" u="sng" dirty="0"/>
              <a:t>Mood-Mixer: Discover Music for Every Mood</a:t>
            </a:r>
            <a:br>
              <a:rPr lang="en-US" sz="2000" dirty="0"/>
            </a:br>
            <a:r>
              <a:rPr lang="en-US" sz="2000" dirty="0">
                <a:ea typeface="+mj-lt"/>
                <a:cs typeface="+mj-lt"/>
              </a:rPr>
              <a:t>Quickly find Spotify playlists that match your current mood — happy, sad, calm, angry, or euphoric!</a:t>
            </a:r>
            <a:br>
              <a:rPr lang="en-US" sz="2000" dirty="0">
                <a:ea typeface="+mj-lt"/>
                <a:cs typeface="+mj-lt"/>
              </a:rPr>
            </a:br>
            <a:r>
              <a:rPr lang="en-US" sz="2000" dirty="0"/>
              <a:t>Team: Landon Bailey</a:t>
            </a:r>
          </a:p>
          <a:p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C7DA708-1AA4-2D37-1FE1-9270A5514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40" y="1741991"/>
            <a:ext cx="5508320" cy="3375607"/>
          </a:xfrm>
          <a:prstGeom prst="rect">
            <a:avLst/>
          </a:prstGeom>
        </p:spPr>
      </p:pic>
      <p:pic>
        <p:nvPicPr>
          <p:cNvPr id="5" name="Picture 4" descr="A screenshot of a music album&#10;&#10;AI-generated content may be incorrect.">
            <a:extLst>
              <a:ext uri="{FF2B5EF4-FFF2-40B4-BE49-F238E27FC236}">
                <a16:creationId xmlns:a16="http://schemas.microsoft.com/office/drawing/2014/main" id="{9B1F4A94-C673-4332-5F23-CEF43B6B1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594" y="1737732"/>
            <a:ext cx="5837911" cy="3382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E95E92-5A54-C5DE-BD0A-3B473480DE27}"/>
              </a:ext>
            </a:extLst>
          </p:cNvPr>
          <p:cNvSpPr txBox="1"/>
          <p:nvPr/>
        </p:nvSpPr>
        <p:spPr>
          <a:xfrm>
            <a:off x="1471083" y="1396999"/>
            <a:ext cx="3238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/>
              <a:t>Step 1: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5A0F03-B3A1-1766-8AF9-48E4CDBB45F9}"/>
              </a:ext>
            </a:extLst>
          </p:cNvPr>
          <p:cNvSpPr txBox="1"/>
          <p:nvPr/>
        </p:nvSpPr>
        <p:spPr>
          <a:xfrm>
            <a:off x="7903943" y="1403453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 dirty="0"/>
              <a:t>Step 2: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6455C-F8EF-4F24-C00B-F9684EBD60CC}"/>
              </a:ext>
            </a:extLst>
          </p:cNvPr>
          <p:cNvSpPr txBox="1"/>
          <p:nvPr/>
        </p:nvSpPr>
        <p:spPr>
          <a:xfrm>
            <a:off x="306916" y="5450416"/>
            <a:ext cx="550333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User selects their current mood from the program, which accepts multiple moods, or a random choice.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30D34-9201-0B07-0750-5122CE5A712B}"/>
              </a:ext>
            </a:extLst>
          </p:cNvPr>
          <p:cNvSpPr txBox="1"/>
          <p:nvPr/>
        </p:nvSpPr>
        <p:spPr>
          <a:xfrm>
            <a:off x="6117167" y="5482166"/>
            <a:ext cx="5736166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The program opens a Spotify playlist that matches the selected mood, allowing the user to start listening immediately.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9260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Mood-Mixer: Discover Music for Every Mood</vt:lpstr>
      <vt:lpstr> Mood-Mixer: Discover Music for Every Mood Quickly find Spotify playlists that match your current mood — happy, sad, calm, angry, or euphoric! Team: Landon Bailey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47</cp:revision>
  <dcterms:created xsi:type="dcterms:W3CDTF">2025-12-02T02:30:43Z</dcterms:created>
  <dcterms:modified xsi:type="dcterms:W3CDTF">2025-12-02T02:50:51Z</dcterms:modified>
</cp:coreProperties>
</file>